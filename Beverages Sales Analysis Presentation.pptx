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Olusanya" userId="333ab02af483d166" providerId="LiveId" clId="{7EF94F59-5654-4032-97DF-02B13223C2D4}"/>
    <pc:docChg chg="custSel modSld">
      <pc:chgData name="Joel Olusanya" userId="333ab02af483d166" providerId="LiveId" clId="{7EF94F59-5654-4032-97DF-02B13223C2D4}" dt="2026-04-30T21:10:29.894" v="2" actId="20577"/>
      <pc:docMkLst>
        <pc:docMk/>
      </pc:docMkLst>
      <pc:sldChg chg="modSp mod">
        <pc:chgData name="Joel Olusanya" userId="333ab02af483d166" providerId="LiveId" clId="{7EF94F59-5654-4032-97DF-02B13223C2D4}" dt="2026-04-30T21:10:29.894" v="2" actId="20577"/>
        <pc:sldMkLst>
          <pc:docMk/>
          <pc:sldMk cId="4093998317" sldId="256"/>
        </pc:sldMkLst>
        <pc:spChg chg="mod">
          <ac:chgData name="Joel Olusanya" userId="333ab02af483d166" providerId="LiveId" clId="{7EF94F59-5654-4032-97DF-02B13223C2D4}" dt="2026-04-30T21:10:29.894" v="2" actId="20577"/>
          <ac:spMkLst>
            <pc:docMk/>
            <pc:sldMk cId="4093998317" sldId="256"/>
            <ac:spMk id="3" creationId="{312B68DA-6B9D-4A70-8CAE-14152BE67223}"/>
          </ac:spMkLst>
        </pc:spChg>
      </pc:sldChg>
    </pc:docChg>
  </pc:docChgLst>
  <pc:docChgLst>
    <pc:chgData name="Joel Olusanya" userId="333ab02af483d166" providerId="LiveId" clId="{8EA01E44-B9AD-45A5-9372-07C4110C5CEA}"/>
    <pc:docChg chg="custSel addSld modSld">
      <pc:chgData name="Joel Olusanya" userId="333ab02af483d166" providerId="LiveId" clId="{8EA01E44-B9AD-45A5-9372-07C4110C5CEA}" dt="2026-04-09T18:58:17.220" v="445" actId="27636"/>
      <pc:docMkLst>
        <pc:docMk/>
      </pc:docMkLst>
      <pc:sldChg chg="modSp mod">
        <pc:chgData name="Joel Olusanya" userId="333ab02af483d166" providerId="LiveId" clId="{8EA01E44-B9AD-45A5-9372-07C4110C5CEA}" dt="2026-04-09T18:58:17.193" v="444" actId="27636"/>
        <pc:sldMkLst>
          <pc:docMk/>
          <pc:sldMk cId="4093998317" sldId="256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4093998317" sldId="256"/>
            <ac:spMk id="2" creationId="{FE9BC433-BE91-4526-93FF-A7F4E9BF3220}"/>
          </ac:spMkLst>
        </pc:spChg>
        <pc:spChg chg="mod">
          <ac:chgData name="Joel Olusanya" userId="333ab02af483d166" providerId="LiveId" clId="{8EA01E44-B9AD-45A5-9372-07C4110C5CEA}" dt="2026-04-09T18:58:17.193" v="444" actId="27636"/>
          <ac:spMkLst>
            <pc:docMk/>
            <pc:sldMk cId="4093998317" sldId="256"/>
            <ac:spMk id="3" creationId="{312B68DA-6B9D-4A70-8CAE-14152BE67223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708017217" sldId="257"/>
        </pc:sldMkLst>
        <pc:spChg chg="mod">
          <ac:chgData name="Joel Olusanya" userId="333ab02af483d166" providerId="LiveId" clId="{8EA01E44-B9AD-45A5-9372-07C4110C5CEA}" dt="2026-04-09T18:55:12.569" v="323" actId="122"/>
          <ac:spMkLst>
            <pc:docMk/>
            <pc:sldMk cId="708017217" sldId="257"/>
            <ac:spMk id="2" creationId="{103064A6-34A7-4C9A-B958-06CCE1B42392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708017217" sldId="257"/>
            <ac:spMk id="3" creationId="{CD7A8C89-0675-41FE-89AB-FE3B19290CDA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2783373792" sldId="258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783373792" sldId="258"/>
            <ac:spMk id="2" creationId="{26D899E3-05A2-42CF-8D84-8F3C8B58D484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783373792" sldId="258"/>
            <ac:spMk id="3" creationId="{8EE6F43F-38CE-42F4-909F-8DC11B943436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1730393423" sldId="259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1730393423" sldId="259"/>
            <ac:spMk id="2" creationId="{99FDB372-ACF6-4D20-B945-5A4B65428FA5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1730393423" sldId="259"/>
            <ac:spMk id="3" creationId="{ABB5DD2F-0F9F-4517-A5A7-395EB3E824E9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3174358638" sldId="260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3174358638" sldId="260"/>
            <ac:spMk id="2" creationId="{3F4CA0C7-1E92-43FF-8726-CD1344728C5E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3174358638" sldId="260"/>
            <ac:spMk id="3" creationId="{EE2C8DF4-6645-467E-AFA5-D50C8A3709BD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2038405280" sldId="261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038405280" sldId="261"/>
            <ac:spMk id="2" creationId="{C01C3336-3B21-4F09-B797-E6AA25071F05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038405280" sldId="261"/>
            <ac:spMk id="3" creationId="{211392F1-08B0-4B9C-8773-F29331D5D8C7}"/>
          </ac:spMkLst>
        </pc:spChg>
      </pc:sldChg>
      <pc:sldChg chg="addSp modSp new mod">
        <pc:chgData name="Joel Olusanya" userId="333ab02af483d166" providerId="LiveId" clId="{8EA01E44-B9AD-45A5-9372-07C4110C5CEA}" dt="2026-04-09T18:58:17.220" v="445" actId="27636"/>
        <pc:sldMkLst>
          <pc:docMk/>
          <pc:sldMk cId="2535041632" sldId="262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535041632" sldId="262"/>
            <ac:spMk id="2" creationId="{944C845E-65EA-45BD-9918-D87A214E8DCF}"/>
          </ac:spMkLst>
        </pc:spChg>
        <pc:spChg chg="mod">
          <ac:chgData name="Joel Olusanya" userId="333ab02af483d166" providerId="LiveId" clId="{8EA01E44-B9AD-45A5-9372-07C4110C5CEA}" dt="2026-04-09T18:58:17.220" v="445" actId="27636"/>
          <ac:spMkLst>
            <pc:docMk/>
            <pc:sldMk cId="2535041632" sldId="262"/>
            <ac:spMk id="3" creationId="{E4E17FC5-EE75-40CC-9536-6A405B76EA46}"/>
          </ac:spMkLst>
        </pc:spChg>
        <pc:picChg chg="add mod">
          <ac:chgData name="Joel Olusanya" userId="333ab02af483d166" providerId="LiveId" clId="{8EA01E44-B9AD-45A5-9372-07C4110C5CEA}" dt="2026-04-09T18:53:19.640" v="301" actId="14100"/>
          <ac:picMkLst>
            <pc:docMk/>
            <pc:sldMk cId="2535041632" sldId="262"/>
            <ac:picMk id="5" creationId="{A811A41B-0082-478F-8F7B-0F74FC3CFF9E}"/>
          </ac:picMkLst>
        </pc:pic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1255814621" sldId="263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1255814621" sldId="263"/>
            <ac:spMk id="2" creationId="{AA1D56FD-7461-406D-8B99-8EA6B73FECF8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1255814621" sldId="263"/>
            <ac:spMk id="3" creationId="{1AA539D8-CAA3-4A8A-A86D-72A3EEE2B5B3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2523132401" sldId="264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523132401" sldId="264"/>
            <ac:spMk id="2" creationId="{EB4DBE5A-EBB8-47FF-B977-7BDB3AE24647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2523132401" sldId="264"/>
            <ac:spMk id="3" creationId="{824DEB6D-6259-4D3A-A0A8-80AF19EBAB70}"/>
          </ac:spMkLst>
        </pc:spChg>
      </pc:sldChg>
      <pc:sldChg chg="modSp new mod">
        <pc:chgData name="Joel Olusanya" userId="333ab02af483d166" providerId="LiveId" clId="{8EA01E44-B9AD-45A5-9372-07C4110C5CEA}" dt="2026-04-09T18:58:17.065" v="443"/>
        <pc:sldMkLst>
          <pc:docMk/>
          <pc:sldMk cId="835972213" sldId="265"/>
        </pc:sldMkLst>
        <pc:spChg chg="mod">
          <ac:chgData name="Joel Olusanya" userId="333ab02af483d166" providerId="LiveId" clId="{8EA01E44-B9AD-45A5-9372-07C4110C5CEA}" dt="2026-04-09T18:58:17.065" v="443"/>
          <ac:spMkLst>
            <pc:docMk/>
            <pc:sldMk cId="835972213" sldId="265"/>
            <ac:spMk id="2" creationId="{D6755068-A280-4D8B-ACA6-55C50F992F5B}"/>
          </ac:spMkLst>
        </pc:spChg>
        <pc:spChg chg="mod">
          <ac:chgData name="Joel Olusanya" userId="333ab02af483d166" providerId="LiveId" clId="{8EA01E44-B9AD-45A5-9372-07C4110C5CEA}" dt="2026-04-09T18:58:17.065" v="443"/>
          <ac:spMkLst>
            <pc:docMk/>
            <pc:sldMk cId="835972213" sldId="265"/>
            <ac:spMk id="3" creationId="{BE55A89C-8AED-493C-A1EB-9DB35C8868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1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7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6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0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4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1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9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4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6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22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66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62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0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A6C60B8-D32E-4EDD-AD9F-30AF782048F7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2C83A2C-231B-4E89-B49F-93D5D00C3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C433-BE91-4526-93FF-A7F4E9BF3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Beverage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B68DA-6B9D-4A70-8CAE-14152BE67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000" dirty="0"/>
              <a:t>Analysis of sales across products, regions, and categories</a:t>
            </a:r>
          </a:p>
          <a:p>
            <a:endParaRPr lang="en-US" sz="5000" dirty="0"/>
          </a:p>
          <a:p>
            <a:r>
              <a:rPr lang="en-US" sz="5000" dirty="0"/>
              <a:t>Name : Joel Olusanya </a:t>
            </a:r>
          </a:p>
          <a:p>
            <a:r>
              <a:rPr lang="en-US" sz="5000" dirty="0"/>
              <a:t>Tools: Power Bi , Excel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9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64A6-34A7-4C9A-B958-06CCE1B4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38305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8C89-0675-41FE-89AB-FE3B19290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beverage sales data to uncover insights into revenue, product performance, and regional trends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70801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99E3-05A2-42CF-8D84-8F3C8B58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6F43F-38CE-42F4-909F-8DC11B943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Analyze total revenue and sales performance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Identify top-performing products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Evaluate sales by region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Understand the impact of discounts </a:t>
            </a:r>
          </a:p>
        </p:txBody>
      </p:sp>
    </p:spTree>
    <p:extLst>
      <p:ext uri="{BB962C8B-B14F-4D97-AF65-F5344CB8AC3E}">
        <p14:creationId xmlns:p14="http://schemas.microsoft.com/office/powerpoint/2010/main" val="278337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B372-ACF6-4D20-B945-5A4B6542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DD2F-0F9F-4517-A5A7-395EB3E82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dataset contains: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Order transactions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Customer information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Product details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Sales metrics (Quantity, Price, Discount, Total Price)</a:t>
            </a:r>
          </a:p>
        </p:txBody>
      </p:sp>
    </p:spTree>
    <p:extLst>
      <p:ext uri="{BB962C8B-B14F-4D97-AF65-F5344CB8AC3E}">
        <p14:creationId xmlns:p14="http://schemas.microsoft.com/office/powerpoint/2010/main" val="173039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A0C7-1E92-43FF-8726-CD134472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Modelling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8DF4-6645-467E-AFA5-D50C8A370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star schema was created to improve performance and analysis: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FactSales</a:t>
            </a:r>
            <a:r>
              <a:rPr lang="en-US" dirty="0"/>
              <a:t> (transaction data)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DimCustomer</a:t>
            </a:r>
            <a:r>
              <a:rPr lang="en-US" dirty="0"/>
              <a:t> (customer details)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DimProduct</a:t>
            </a:r>
            <a:r>
              <a:rPr lang="en-US" dirty="0"/>
              <a:t> (product details) </a:t>
            </a:r>
          </a:p>
        </p:txBody>
      </p:sp>
    </p:spTree>
    <p:extLst>
      <p:ext uri="{BB962C8B-B14F-4D97-AF65-F5344CB8AC3E}">
        <p14:creationId xmlns:p14="http://schemas.microsoft.com/office/powerpoint/2010/main" val="317435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3336-3B21-4F09-B797-E6AA2507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Measures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92F1-08B0-4B9C-8773-F29331D5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star schema was created to improve performance and analysis: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err="1"/>
              <a:t>FactSales</a:t>
            </a:r>
            <a:r>
              <a:rPr lang="en-US" dirty="0"/>
              <a:t> (transaction data)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err="1"/>
              <a:t>DimCustomer</a:t>
            </a:r>
            <a:r>
              <a:rPr lang="en-US" dirty="0"/>
              <a:t> (customer details)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err="1"/>
              <a:t>DimProduct</a:t>
            </a:r>
            <a:r>
              <a:rPr lang="en-US" dirty="0"/>
              <a:t> (product details) </a:t>
            </a:r>
          </a:p>
        </p:txBody>
      </p:sp>
    </p:spTree>
    <p:extLst>
      <p:ext uri="{BB962C8B-B14F-4D97-AF65-F5344CB8AC3E}">
        <p14:creationId xmlns:p14="http://schemas.microsoft.com/office/powerpoint/2010/main" val="203840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845E-65EA-45BD-9918-D87A214E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Dashboard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17FC5-EE75-40CC-9536-6A405B76E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dashboard provides insights into: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Revenue trends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Product performance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Regional sales distribution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1A41B-0082-478F-8F7B-0F74FC3CF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24" y="1434354"/>
            <a:ext cx="8973670" cy="318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4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56FD-7461-406D-8B99-8EA6B73F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39D8-CAA3-4A8A-A86D-72A3EEE2B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Soft Drinks generated the highest revenue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Water products had the highest sales volume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 South region recorded the highest revenue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Discounts reduced overall profit margins </a:t>
            </a:r>
          </a:p>
        </p:txBody>
      </p:sp>
    </p:spTree>
    <p:extLst>
      <p:ext uri="{BB962C8B-B14F-4D97-AF65-F5344CB8AC3E}">
        <p14:creationId xmlns:p14="http://schemas.microsoft.com/office/powerpoint/2010/main" val="125581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BE5A-EBB8-47FF-B977-7BDB3AE2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	</a:t>
            </a:r>
            <a:r>
              <a:rPr lang="en-US" b="1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DEB6D-6259-4D3A-A0A8-80AF19EBA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Focus marketing on high-performing products  </a:t>
            </a:r>
          </a:p>
          <a:p>
            <a:pPr marL="0" indent="0">
              <a:buNone/>
            </a:pPr>
            <a:r>
              <a:rPr lang="en-US" dirty="0"/>
              <a:t>• Reduce excessive discounting  </a:t>
            </a:r>
          </a:p>
          <a:p>
            <a:pPr marL="0" indent="0">
              <a:buNone/>
            </a:pPr>
            <a:r>
              <a:rPr lang="en-US" dirty="0"/>
              <a:t>• Expand sales strategies in top-performing regions </a:t>
            </a:r>
          </a:p>
        </p:txBody>
      </p:sp>
    </p:spTree>
    <p:extLst>
      <p:ext uri="{BB962C8B-B14F-4D97-AF65-F5344CB8AC3E}">
        <p14:creationId xmlns:p14="http://schemas.microsoft.com/office/powerpoint/2010/main" val="252313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5068-A280-4D8B-ACA6-55C50F99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A89C-8AED-493C-A1EB-9DB35C886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provides valuable insights into sales performance and can support better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35972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419</TotalTime>
  <Words>244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 Boardroom</vt:lpstr>
      <vt:lpstr>Beverage Sales Performance Dashboard</vt:lpstr>
      <vt:lpstr>Project Overview </vt:lpstr>
      <vt:lpstr>Objective </vt:lpstr>
      <vt:lpstr>Dataset Description</vt:lpstr>
      <vt:lpstr>Data Modelling </vt:lpstr>
      <vt:lpstr>Key Measures </vt:lpstr>
      <vt:lpstr>Dashboard Overview </vt:lpstr>
      <vt:lpstr>Key Insights </vt:lpstr>
      <vt:lpstr> Recommendation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Joel Olusanya</dc:creator>
  <cp:lastModifiedBy>Joel Olusanya</cp:lastModifiedBy>
  <cp:revision>4</cp:revision>
  <dcterms:created xsi:type="dcterms:W3CDTF">2026-04-09T18:30:59Z</dcterms:created>
  <dcterms:modified xsi:type="dcterms:W3CDTF">2026-05-01T03:42:07Z</dcterms:modified>
</cp:coreProperties>
</file>